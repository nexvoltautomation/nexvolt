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701"/>
  </p:normalViewPr>
  <p:slideViewPr>
    <p:cSldViewPr snapToGrid="0">
      <p:cViewPr varScale="1">
        <p:scale>
          <a:sx n="121" d="100"/>
          <a:sy n="121" d="100"/>
        </p:scale>
        <p:origin x="22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B35FD-4A4C-746B-FC15-CFFC8FEB3C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4F543B-7ACD-7999-75EA-EA757F5A1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79D1D9-4C2A-C1AA-1F5D-93EB88A85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4B6C9-C43E-A342-AB5C-E18C30219913}" type="datetimeFigureOut">
              <a:rPr lang="en-US" smtClean="0"/>
              <a:t>7/12/26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770D6-185E-0B3C-1A78-A3A6B1962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F0507D-047B-B7B9-1A64-A8971A3EB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D1D49-9733-2D4C-99B8-220E8738C5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8317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01EE6-5EC4-CB1E-9FC6-F9EE68E9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90D432-4C6D-82C8-F020-0EA66FE419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522A94-B425-CA39-10BE-D51FF8090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4B6C9-C43E-A342-AB5C-E18C30219913}" type="datetimeFigureOut">
              <a:rPr lang="en-US" smtClean="0"/>
              <a:t>7/12/26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966347-7CCD-53D8-CB95-F35AB5C8B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ABBCAF-3062-24B3-7482-391A26766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D1D49-9733-2D4C-99B8-220E8738C5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0423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0ECDB-047F-6B40-DEC4-19D9C15D3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8E6DE5-F845-B7C9-A2BF-7DA0D85EF5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953A3E-BCF3-B6E4-0B4E-9D7EA4374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4B6C9-C43E-A342-AB5C-E18C30219913}" type="datetimeFigureOut">
              <a:rPr lang="en-US" smtClean="0"/>
              <a:t>7/12/26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49EC8E-2D8E-8D38-163C-44DBB61B6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9223F8-2771-19B8-2114-E94A247C4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D1D49-9733-2D4C-99B8-220E8738C5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56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BC1C3-6E4E-C40B-3A41-EEC0FC351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25770-62FD-ED3F-15D1-5D3CDE74E4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9081F-EDED-5CF5-4D26-DDD802DE1B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2A2938-2FE8-F556-3733-C1A652F2A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4B6C9-C43E-A342-AB5C-E18C30219913}" type="datetimeFigureOut">
              <a:rPr lang="en-US" smtClean="0"/>
              <a:t>7/12/26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D41D18-7C79-4F87-7719-C6EC18208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7DEFA5-F390-A061-8B3F-6443EE3A0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D1D49-9733-2D4C-99B8-220E8738C5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992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2183B-A828-A0A4-F74F-32308A058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96790A-6652-9B79-C881-80E9B20559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8DA4FB-17B3-54D3-617A-D63F2E33E8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DFDE77-17A3-304C-3B53-826FDDF89E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BD8389-FFD2-B031-68DA-0FE520CC8A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69BC7E-A642-C97C-049A-91BE0377D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4B6C9-C43E-A342-AB5C-E18C30219913}" type="datetimeFigureOut">
              <a:rPr lang="en-US" smtClean="0"/>
              <a:t>7/12/26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D39603-885E-0A95-CE54-824A18120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2DE46D-34DD-174D-B51B-646FA5807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D1D49-9733-2D4C-99B8-220E8738C5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632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54FF1-0BB9-8530-16C2-14FFB0726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5E9F07-6193-7849-DBC0-F380724EB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4B6C9-C43E-A342-AB5C-E18C30219913}" type="datetimeFigureOut">
              <a:rPr lang="en-US" smtClean="0"/>
              <a:t>7/12/26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7277C1-CD5B-3879-1857-F7BA8B5D8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A7AEAD-E673-676A-8577-09B3401A4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D1D49-9733-2D4C-99B8-220E8738C5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554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C9FBD1-E11E-5D34-F565-2CC61D840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4B6C9-C43E-A342-AB5C-E18C30219913}" type="datetimeFigureOut">
              <a:rPr lang="en-US" smtClean="0"/>
              <a:t>7/12/26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73A9FC-55EA-B6E4-49DB-B8492F3DE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AF4898-B39E-BE9B-149C-075C08834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D1D49-9733-2D4C-99B8-220E8738C5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872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DE143-1B21-A0F7-999F-BE084F6D8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E6A33-56C1-79CA-D9F2-F4404D82B5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CB789-F7DB-3AFC-4F93-37FF056E91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1423F3-42F0-0231-C38B-B28854D63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4B6C9-C43E-A342-AB5C-E18C30219913}" type="datetimeFigureOut">
              <a:rPr lang="en-US" smtClean="0"/>
              <a:t>7/12/26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91DF76-BA8A-F6A8-A52B-056DB522F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1688E0-11A7-F87E-F1FF-F3F73D330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D1D49-9733-2D4C-99B8-220E8738C5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468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C5EC8-DDA0-7204-DC17-014F3F5A7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A36AE5-35B1-2042-C08E-70A0410012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B70A0E-34F1-0C84-A291-6AB8DC7D54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BE5067-71A3-BB5B-9DB8-967586DAE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4B6C9-C43E-A342-AB5C-E18C30219913}" type="datetimeFigureOut">
              <a:rPr lang="en-US" smtClean="0"/>
              <a:t>7/12/26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2E30B9-5FCE-4AAD-3D52-B6EF5F042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71BCFD-37A9-5D67-52D4-EA4136E49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D1D49-9733-2D4C-99B8-220E8738C5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476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D6548-D056-C949-EEA4-2D61129F8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6BA82C-F693-2B17-0FA4-A1F9ADE702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6FA441-1841-6B9D-61E7-367E53AAF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4B6C9-C43E-A342-AB5C-E18C30219913}" type="datetimeFigureOut">
              <a:rPr lang="en-US" smtClean="0"/>
              <a:t>7/12/26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8B6274-2BDE-6608-C5A4-86A38C2EF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127B70-B755-93CF-3991-7882BA9DC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D1D49-9733-2D4C-99B8-220E8738C5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0372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B956DF-A503-B12F-BD7E-A3275C0566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36946D-BC22-DB91-FC17-D81651AF10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14C06A-835E-DC6E-59D4-359DA7F4F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4B6C9-C43E-A342-AB5C-E18C30219913}" type="datetimeFigureOut">
              <a:rPr lang="en-US" smtClean="0"/>
              <a:t>7/12/26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708476-DFC2-F17E-43C1-BA32EE809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FAB9D3-71D5-091D-CFA9-780D498C9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D1D49-9733-2D4C-99B8-220E8738C5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803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47891B-AA04-30AF-9F8E-FB49C977A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AEB45F-5241-6A67-6D9E-1089DEB05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45CD32-137C-D6C6-4DA4-8391BEAB0D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74B6C9-C43E-A342-AB5C-E18C30219913}" type="datetimeFigureOut">
              <a:rPr lang="en-US" smtClean="0"/>
              <a:t>7/12/26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32D706-442A-FDA1-F621-6174549B4B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929F9B-6E73-BA22-BDBB-073CD0F399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4D1D49-9733-2D4C-99B8-220E8738C5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341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8BC41-B9EC-1469-C3EF-AF89EDF9D2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16C311-5485-1857-C767-511F417DCC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2746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mursalin khan</dc:creator>
  <cp:lastModifiedBy>mursalin khan</cp:lastModifiedBy>
  <cp:revision>1</cp:revision>
  <dcterms:created xsi:type="dcterms:W3CDTF">2026-07-11T21:25:20Z</dcterms:created>
  <dcterms:modified xsi:type="dcterms:W3CDTF">2026-07-11T21:25:54Z</dcterms:modified>
</cp:coreProperties>
</file>